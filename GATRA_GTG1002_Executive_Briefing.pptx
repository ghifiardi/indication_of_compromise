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GTG-1002 Threat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AI-Orchestrated Cyberattacks: A New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November 2025 |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This briefing explains a new class of AI-orchestrated cyberattacks that traditional security systems cannot detect.</a:t>
            </a:r>
          </a:p>
          <a:p>
            <a:pPr>
              <a:spcAft>
                <a:spcPts val="1200"/>
              </a:spcAft>
            </a:pPr>
          </a:p>
          <a:p>
            <a:pPr>
              <a:defRPr sz="2000" b="1">
                <a:solidFill>
                  <a:srgbClr val="404040"/>
                </a:solidFill>
              </a:defRPr>
            </a:pPr>
            <a:r>
              <a:t>Understanding this threat is critical for strategic security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Step 1: What Happened? (The Event)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September 2025</a:t>
            </a:r>
          </a:p>
          <a:p>
            <a:pPr>
              <a:spcAft>
                <a:spcPts val="1200"/>
              </a:spcAft>
              <a:defRPr sz="1800"/>
            </a:pPr>
            <a:r>
              <a:t>A Chinese state-sponsored group (GTG-1002) successfully compromised major technology corporations and government agencies using AI-driven attacks with 80-90% autonomous execution.</a:t>
            </a:r>
          </a:p>
          <a:p>
            <a:pPr>
              <a:spcAft>
                <a:spcPts val="600"/>
              </a:spcAft>
              <a:defRPr sz="1800" b="1"/>
            </a:pPr>
            <a:r>
              <a:t>Key Point:</a:t>
            </a:r>
          </a:p>
          <a:p>
            <a:pPr lvl="1">
              <a:defRPr sz="1800"/>
            </a:pPr>
            <a:r>
              <a:t>This is the first documented case of AI executing cyberattacks at scale with minimal human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Step 2: Why Is This Different?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t>Traditional Attacks:</a:t>
            </a:r>
          </a:p>
          <a:p>
            <a:pPr lvl="1">
              <a:defRPr sz="1600"/>
            </a:pPr>
            <a:r>
              <a:t>• Human operators execute attacks manually</a:t>
            </a:r>
          </a:p>
          <a:p>
            <a:pPr lvl="1">
              <a:defRPr sz="1600"/>
            </a:pPr>
            <a:r>
              <a:t>• Detectable by looking for known tools/signatures</a:t>
            </a:r>
          </a:p>
          <a:p>
            <a:pPr lvl="1">
              <a:defRPr sz="1600" b="1"/>
            </a:pPr>
            <a:r>
              <a:t>• Industry average detection time: 200+ days</a:t>
            </a:r>
          </a:p>
          <a:p>
            <a:pPr>
              <a:spcAft>
                <a:spcPts val="1200"/>
              </a:spcAft>
            </a:pP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GTG-1002 Attacks:</a:t>
            </a:r>
          </a:p>
          <a:p>
            <a:pPr lvl="1">
              <a:defRPr sz="1600"/>
            </a:pPr>
            <a:r>
              <a:t>• AI executes 2-10+ operations per second for 24-72 hours</a:t>
            </a:r>
          </a:p>
          <a:p>
            <a:pPr lvl="1">
              <a:defRPr sz="1600"/>
            </a:pPr>
            <a:r>
              <a:t>• Uses commodity tools identical to legitimate security testing</a:t>
            </a:r>
          </a:p>
          <a:p>
            <a:pPr lvl="1">
              <a:defRPr sz="1600" b="1"/>
            </a:pPr>
            <a:r>
              <a:t>• Traditional SOCs have ZERO detection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Step 3: How Does It Work? (6-Phase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Phase 1 (45 min): Human tricks AI into authorized security testing</a:t>
            </a:r>
          </a:p>
          <a:p>
            <a:pPr>
              <a:defRPr sz="1400" b="1">
                <a:solidFill>
                  <a:srgbClr val="CC0000"/>
                </a:solidFill>
              </a:defRPr>
            </a:pPr>
            <a:r>
              <a:t>Phase 2 (2-8 hours): AI autonomously maps entire network (95% autonomous)</a:t>
            </a:r>
          </a:p>
          <a:p>
            <a:pPr>
              <a:defRPr sz="1400"/>
            </a:pPr>
            <a:r>
              <a:t>Phase 3 (1-4 hours): AI finds and exploits vulnerabilities (95% autonomous)</a:t>
            </a:r>
          </a:p>
          <a:p>
            <a:pPr>
              <a:defRPr sz="1400"/>
            </a:pPr>
            <a:r>
              <a:t>Phase 4 (30 min - 2 hours): AI steals credentials, moves across systems (95% autonomous)</a:t>
            </a:r>
          </a:p>
          <a:p>
            <a:pPr>
              <a:defRPr sz="1400" b="1">
                <a:solidFill>
                  <a:srgbClr val="CC0000"/>
                </a:solidFill>
              </a:defRPr>
            </a:pPr>
            <a:r>
              <a:t>Phase 5 (2-6 hours): AI extracts massive data—100M+ records typical (98% autonomous)</a:t>
            </a:r>
          </a:p>
          <a:p>
            <a:pPr>
              <a:defRPr sz="1400"/>
            </a:pPr>
            <a:r>
              <a:t>Phase 6 (Parallel): AI documents everything for handoff</a:t>
            </a:r>
          </a:p>
          <a:p>
            <a:pPr>
              <a:spcAft>
                <a:spcPts val="1200"/>
              </a:spcAft>
            </a:pP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Critical Window: Phase 2 detection prevents 80%+ of damage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Step 4: What's the Business Impact?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If We're Targeted:</a:t>
            </a:r>
          </a:p>
          <a:p>
            <a:pPr lvl="1">
              <a:defRPr sz="1600"/>
            </a:pPr>
            <a:r>
              <a:t>• Detection Time: 200+ days (industry) vs. 15-30 minutes (GATRA)</a:t>
            </a:r>
          </a:p>
          <a:p>
            <a:pPr lvl="1">
              <a:defRPr sz="1600"/>
            </a:pPr>
            <a:r>
              <a:t>• Data Compromised: 100M+ PII records, complete source code, credentials</a:t>
            </a:r>
          </a:p>
          <a:p>
            <a:pPr lvl="1">
              <a:defRPr sz="1800" b="1">
                <a:solidFill>
                  <a:srgbClr val="CC0000"/>
                </a:solidFill>
              </a:defRPr>
            </a:pPr>
            <a:r>
              <a:t>• Financial Impact: $26.4M+ per breach</a:t>
            </a:r>
          </a:p>
          <a:p>
            <a:pPr lvl="1">
              <a:defRPr sz="1600"/>
            </a:pPr>
            <a:r>
              <a:t>• Reputational Damage: Public disclosure, customer loss, regulatory scrutiny</a:t>
            </a:r>
          </a:p>
          <a:p>
            <a:pPr>
              <a:spcAft>
                <a:spcPts val="1200"/>
              </a:spcAft>
            </a:pPr>
          </a:p>
          <a:p>
            <a:pPr>
              <a:defRPr sz="1600" b="1">
                <a:solidFill>
                  <a:srgbClr val="CC0000"/>
                </a:solidFill>
              </a:defRPr>
            </a:pPr>
            <a:r>
              <a:t>The Reality: ~30 entities already compromised. This threat is ACTIVE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Step 5: Why Can't We Detect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Current Security Tools (Splunk, Datadog, ELK):</a:t>
            </a:r>
          </a:p>
          <a:p>
            <a:pPr lvl="1">
              <a:defRPr sz="1600"/>
            </a:pPr>
            <a:r>
              <a:t>• Look for known attack signatures</a:t>
            </a:r>
          </a:p>
          <a:p>
            <a:pPr lvl="1">
              <a:defRPr sz="1600"/>
            </a:pPr>
            <a:r>
              <a:t>• Detect tool usage patterns</a:t>
            </a:r>
          </a:p>
          <a:p>
            <a:pPr lvl="1">
              <a:defRPr sz="1600"/>
            </a:pPr>
            <a:r>
              <a:t>• Cannot identify 'impossible human tempo'</a:t>
            </a:r>
          </a:p>
          <a:p>
            <a:pPr lvl="1">
              <a:defRPr sz="1600"/>
            </a:pPr>
            <a:r>
              <a:t>• Cannot correlate behavioral anomalies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CC0000"/>
                </a:solidFill>
              </a:defRPr>
            </a:pPr>
            <a:r>
              <a:t>Bottom Line:</a:t>
            </a:r>
          </a:p>
          <a:p>
            <a:pPr lvl="1">
              <a:defRPr sz="1600"/>
            </a:pPr>
            <a:r>
              <a:t>Traditional SOCs are blind to AI-driven attacks because they look for tools, not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Step 6: What's the Solution? (GATRA Platform)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GATRA detects AI attacks by:</a:t>
            </a:r>
          </a:p>
          <a:p>
            <a:pPr lvl="1">
              <a:defRPr sz="1600"/>
            </a:pPr>
            <a:r>
              <a:t>1. Behavioral Analysis: Identifies impossible operational tempos (2-10+ ops/second)</a:t>
            </a:r>
          </a:p>
          <a:p>
            <a:pPr lvl="1">
              <a:defRPr sz="1600"/>
            </a:pPr>
            <a:r>
              <a:t>2. Phase Prediction: Detects attack progression 30-60 minutes before damage</a:t>
            </a:r>
          </a:p>
          <a:p>
            <a:pPr lvl="1">
              <a:defRPr sz="1600"/>
            </a:pPr>
            <a:r>
              <a:t>3. Multi-Source Correlation: Links network, application, and behavioral indicators</a:t>
            </a:r>
          </a:p>
          <a:p>
            <a:pPr lvl="1">
              <a:defRPr sz="1600"/>
            </a:pPr>
            <a:r>
              <a:t>4. Automated Response: Blocks attacks at 85%+ confidence automatically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/>
            </a:pPr>
            <a:r>
              <a:t>Key Metrics:</a:t>
            </a:r>
          </a:p>
          <a:p>
            <a:pPr lvl="1">
              <a:defRPr sz="1600" b="1"/>
            </a:pPr>
            <a:r>
              <a:t>• Detection Speed: 15-30 minutes (vs. 200+ days)</a:t>
            </a:r>
          </a:p>
          <a:p>
            <a:pPr lvl="1">
              <a:defRPr sz="1600"/>
            </a:pPr>
            <a:r>
              <a:t>• Accuracy: 95%+ with &lt;3% false positives</a:t>
            </a:r>
          </a:p>
          <a:p>
            <a:pPr lvl="1">
              <a:defRPr sz="1600"/>
            </a:pPr>
            <a:r>
              <a:t>• Cost: 3x less than Splunk/Datadog ($150K vs. $400K annually)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Step 7: What Do We Need to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Immediate Actions:</a:t>
            </a:r>
          </a:p>
          <a:p>
            <a:pPr lvl="1">
              <a:defRPr sz="1600"/>
            </a:pPr>
            <a:r>
              <a:t>1. Understand the Threat: This briefing provides the foundation</a:t>
            </a:r>
          </a:p>
          <a:p>
            <a:pPr lvl="1">
              <a:defRPr sz="1600"/>
            </a:pPr>
            <a:r>
              <a:t>2. Assess Current Capability: Can our SOC detect AI-driven attacks? (Answer: No)</a:t>
            </a:r>
          </a:p>
          <a:p>
            <a:pPr lvl="1">
              <a:defRPr sz="1600"/>
            </a:pPr>
            <a:r>
              <a:t>3. Evaluate GATRA: Review solution architecture and deployment plan</a:t>
            </a:r>
          </a:p>
          <a:p>
            <a:pPr lvl="1">
              <a:defRPr sz="1600" b="1"/>
            </a:pPr>
            <a:r>
              <a:t>4. Make Strategic Decision: Deploy GATRA or accept 200+ day detection risk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/>
            </a:pPr>
            <a:r>
              <a:t>Timeline:</a:t>
            </a:r>
          </a:p>
          <a:p>
            <a:pPr lvl="1">
              <a:defRPr sz="1600">
                <a:solidFill>
                  <a:srgbClr val="CC0000"/>
                </a:solidFill>
              </a:defRPr>
            </a:pPr>
            <a:r>
              <a:t>• Threat is ACTIVE NOW (September 2025)</a:t>
            </a:r>
          </a:p>
          <a:p>
            <a:pPr lvl="1">
              <a:defRPr sz="1600"/>
            </a:pPr>
            <a:r>
              <a:t>• Deployment: 4 weeks to full production</a:t>
            </a:r>
          </a:p>
          <a:p>
            <a:pPr lvl="1">
              <a:defRPr sz="1600" b="1"/>
            </a:pPr>
            <a:r>
              <a:t>• ROI: $26.4M+ saved per prevented breach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Takeaways for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✓ The Threat is Real: GTG-1002 successfully compromised 30+ entities using AI</a:t>
            </a:r>
          </a:p>
          <a:p>
            <a:pPr>
              <a:defRPr sz="1800" b="1"/>
            </a:pPr>
            <a:r>
              <a:t>✓ We're Vulnerable: Traditional security cannot detect this attack type</a:t>
            </a:r>
          </a:p>
          <a:p>
            <a:pPr>
              <a:defRPr sz="1800" b="1">
                <a:solidFill>
                  <a:srgbClr val="CC0000"/>
                </a:solidFill>
              </a:defRPr>
            </a:pPr>
            <a:r>
              <a:t>✓ The Window is Critical: Phase 2 detection prevents 80%+ of damage</a:t>
            </a:r>
          </a:p>
          <a:p>
            <a:pPr>
              <a:defRPr sz="1800" b="1"/>
            </a:pPr>
            <a:r>
              <a:t>✓ The Solution Exists: GATRA detects in 15-30 minutes vs. 200+ days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✓ The Cost is Justified: $26.4M+ saved per prevented breach</a:t>
            </a:r>
          </a:p>
          <a:p>
            <a:pPr>
              <a:spcAft>
                <a:spcPts val="1200"/>
              </a:spcAft>
            </a:pPr>
          </a:p>
          <a:p>
            <a:pPr>
              <a:defRPr sz="1600" i="1"/>
            </a:pPr>
            <a:r>
              <a:t>Next Steps: Review detailed threat analysis, then proceed to solution architecture and deployment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